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f9562852a64613" /><Relationship Type="http://schemas.openxmlformats.org/officeDocument/2006/relationships/extended-properties" Target="/docProps/app.xml" Id="R9cf4e24def3b4abb" /><Relationship Type="http://schemas.openxmlformats.org/officeDocument/2006/relationships/officeDocument" Target="/ppt/presentation.xml" Id="R34c734ed7989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826961d0074371"/>
  </p:sldMasterIdLst>
  <p:notesMasterIdLst>
    <p:notesMasterId xmlns:r="http://schemas.openxmlformats.org/officeDocument/2006/relationships" r:id="Rd7c5e46430ed480c"/>
  </p:notesMasterIdLst>
  <p:sldIdLst>
    <p:sldId xmlns:r="http://schemas.openxmlformats.org/officeDocument/2006/relationships" id="256" r:id="R52e052724f944e55"/>
    <p:sldId xmlns:r="http://schemas.openxmlformats.org/officeDocument/2006/relationships" id="257" r:id="R596946e1025f4747"/>
    <p:sldId xmlns:r="http://schemas.openxmlformats.org/officeDocument/2006/relationships" id="258" r:id="Rd0ca9422689e49b2"/>
    <p:sldId xmlns:r="http://schemas.openxmlformats.org/officeDocument/2006/relationships" id="259" r:id="R205cb20e0d1d4373"/>
    <p:sldId xmlns:r="http://schemas.openxmlformats.org/officeDocument/2006/relationships" id="260" r:id="R4a5a301764ad417d"/>
    <p:sldId xmlns:r="http://schemas.openxmlformats.org/officeDocument/2006/relationships" id="261" r:id="Ref87d9849e5546c3"/>
    <p:sldId xmlns:r="http://schemas.openxmlformats.org/officeDocument/2006/relationships" id="262" r:id="R76fece6950cf4071"/>
    <p:sldId xmlns:r="http://schemas.openxmlformats.org/officeDocument/2006/relationships" id="263" r:id="R27a23987136041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a631ce91ac468d" /><Relationship Type="http://schemas.openxmlformats.org/officeDocument/2006/relationships/slideMaster" Target="/ppt/slideMasters/slideMaster1.xml" Id="R36826961d0074371" /><Relationship Type="http://schemas.openxmlformats.org/officeDocument/2006/relationships/notesMaster" Target="/ppt/notesMasters/notesMaster1.xml" Id="Rd7c5e46430ed480c" /><Relationship Type="http://schemas.openxmlformats.org/officeDocument/2006/relationships/presProps" Target="/ppt/presProps.xml" Id="R3f11f095b0944379" /><Relationship Type="http://schemas.openxmlformats.org/officeDocument/2006/relationships/tableStyles" Target="/ppt/tableStyles.xml" Id="Rd3c6f1a2d7f54030" /><Relationship Type="http://schemas.openxmlformats.org/officeDocument/2006/relationships/slide" Target="/ppt/slides/slide1.xml" Id="R52e052724f944e55" /><Relationship Type="http://schemas.openxmlformats.org/officeDocument/2006/relationships/slide" Target="/ppt/slides/slide2.xml" Id="R596946e1025f4747" /><Relationship Type="http://schemas.openxmlformats.org/officeDocument/2006/relationships/slide" Target="/ppt/slides/slide3.xml" Id="Rd0ca9422689e49b2" /><Relationship Type="http://schemas.openxmlformats.org/officeDocument/2006/relationships/slide" Target="/ppt/slides/slide4.xml" Id="R205cb20e0d1d4373" /><Relationship Type="http://schemas.openxmlformats.org/officeDocument/2006/relationships/slide" Target="/ppt/slides/slide5.xml" Id="R4a5a301764ad417d" /><Relationship Type="http://schemas.openxmlformats.org/officeDocument/2006/relationships/slide" Target="/ppt/slides/slide6.xml" Id="Ref87d9849e5546c3" /><Relationship Type="http://schemas.openxmlformats.org/officeDocument/2006/relationships/slide" Target="/ppt/slides/slide7.xml" Id="R76fece6950cf4071" /><Relationship Type="http://schemas.openxmlformats.org/officeDocument/2006/relationships/slide" Target="/ppt/slides/slide8.xml" Id="R27a23987136041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c18477a93b43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25e98449cd44b0" /><Relationship Type="http://schemas.openxmlformats.org/officeDocument/2006/relationships/notesMaster" Target="/ppt/notesMasters/notesMaster1.xml" Id="Rf25c5030573948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20b6e52bb04306" /><Relationship Type="http://schemas.openxmlformats.org/officeDocument/2006/relationships/notesMaster" Target="/ppt/notesMasters/notesMaster1.xml" Id="Ree42ce49471446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1e87e74cb6406d" /><Relationship Type="http://schemas.openxmlformats.org/officeDocument/2006/relationships/notesMaster" Target="/ppt/notesMasters/notesMaster1.xml" Id="R72750db45e464f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6830931aea4867" /><Relationship Type="http://schemas.openxmlformats.org/officeDocument/2006/relationships/notesMaster" Target="/ppt/notesMasters/notesMaster1.xml" Id="R0a79db864f6341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56eb54b0054600" /><Relationship Type="http://schemas.openxmlformats.org/officeDocument/2006/relationships/notesMaster" Target="/ppt/notesMasters/notesMaster1.xml" Id="R106d5a2b753741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56219cc19a4d29" /><Relationship Type="http://schemas.openxmlformats.org/officeDocument/2006/relationships/notesMaster" Target="/ppt/notesMasters/notesMaster1.xml" Id="R03efe61c138a4c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79415b701a4165" /><Relationship Type="http://schemas.openxmlformats.org/officeDocument/2006/relationships/notesMaster" Target="/ppt/notesMasters/notesMaster1.xml" Id="R80eabb17110944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eb68ec918c4a02" /><Relationship Type="http://schemas.openxmlformats.org/officeDocument/2006/relationships/notesMaster" Target="/ppt/notesMasters/notesMaster1.xml" Id="R6ba4ef479b3745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2fae7ae6240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7b93a384b24992" /><Relationship Type="http://schemas.openxmlformats.org/officeDocument/2006/relationships/slideLayout" Target="/ppt/slideLayouts/slideLayout1.xml" Id="R7b21a688cd254b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21a688cd254b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cfcadb56f402d" /><Relationship Type="http://schemas.openxmlformats.org/officeDocument/2006/relationships/image" Target="/ppt/media/image.jpeg" Id="R81c718dec939412b" /><Relationship Type="http://schemas.openxmlformats.org/officeDocument/2006/relationships/notesSlide" Target="/ppt/notesSlides/notesSlide1.xml" Id="R9159bf035f334b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e254bc5dd4add" /><Relationship Type="http://schemas.openxmlformats.org/officeDocument/2006/relationships/notesSlide" Target="/ppt/notesSlides/notesSlide2.xml" Id="R3f6e710ba8de47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1a61ac62d45dc" /><Relationship Type="http://schemas.openxmlformats.org/officeDocument/2006/relationships/notesSlide" Target="/ppt/notesSlides/notesSlide3.xml" Id="Rac5b0c14c66e4d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8eb99d0ae4742" /><Relationship Type="http://schemas.openxmlformats.org/officeDocument/2006/relationships/notesSlide" Target="/ppt/notesSlides/notesSlide4.xml" Id="R11b2b4327c7b4d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f04acfd844bd7" /><Relationship Type="http://schemas.openxmlformats.org/officeDocument/2006/relationships/notesSlide" Target="/ppt/notesSlides/notesSlide5.xml" Id="R7d9596e6ebb94a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735e4b39942f6" /><Relationship Type="http://schemas.openxmlformats.org/officeDocument/2006/relationships/notesSlide" Target="/ppt/notesSlides/notesSlide6.xml" Id="R7e21fef840f649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d8550010e461b" /><Relationship Type="http://schemas.openxmlformats.org/officeDocument/2006/relationships/notesSlide" Target="/ppt/notesSlides/notesSlide7.xml" Id="Rf5643cf27a704d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baa6f960d4539" /><Relationship Type="http://schemas.openxmlformats.org/officeDocument/2006/relationships/image" Target="/ppt/media/image2.jpeg" Id="R52a45564f52a421d" /><Relationship Type="http://schemas.openxmlformats.org/officeDocument/2006/relationships/notesSlide" Target="/ppt/notesSlides/notesSlide8.xml" Id="R0edb0fb1bef044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F4B49-7D57-45E2-A224-1DE074E1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E6788-A529-4693-82E6-D96FB826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6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718dec939412b"/>
          <a:stretch xmlns:a="http://schemas.openxmlformats.org/drawingml/2006/main"/>
        </p:blipFill>
        <p:spPr>
          <a:xfrm xmlns:a="http://schemas.openxmlformats.org/drawingml/2006/main">
            <a:off x="838200" y="2078302"/>
            <a:ext cx="2809875" cy="152982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41CE8-F64C-43C1-AFDF-EE852CE0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95425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4200" b="1">
                <a:solidFill>
                  <a:srgbClr val="123E67"/>
                </a:solidFill>
              </a:defRPr>
            </a:pPr>
            <a:r>
              <a:rPr sz="4200" b="1">
                <a:solidFill>
                  <a:srgbClr val="123E67"/>
                </a:solidFill>
              </a:rPr>
              <a:t>Dr. Robot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479FB-3DF4-435A-A89C-80DDAE99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955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76B9D"/>
                </a:solidFill>
              </a:defRPr>
            </a:pPr>
            <a:r>
              <a:rPr sz="2400" b="1">
                <a:solidFill>
                  <a:srgbClr val="176B9D"/>
                </a:solidFill>
              </a:rPr>
              <a:t>الفرصة. ونصنع المهارة، نبرمج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EA249-45AE-45EC-B809-DEF40DBB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7657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B7183"/>
                </a:solidFill>
              </a:defRPr>
            </a:pPr>
            <a:r>
              <a:rPr sz="1800" b="0">
                <a:solidFill>
                  <a:srgbClr val="5B7183"/>
                </a:solidFill>
              </a:rPr>
              <a:t>واضح. مهني مسار إلى الطموح ينقل برمجية وخدمات تدريبي مركز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3A1F5-B336-443E-B37A-A76C8892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625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6B9D"/>
                </a:solidFill>
              </a:defRPr>
            </a:pPr>
            <a:r>
              <a:rPr sz="1200" b="1">
                <a:solidFill>
                  <a:srgbClr val="176B9D"/>
                </a:solidFill>
              </a:rPr>
              <a:t>تدريبي مشروع عرض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24E94-38DC-498D-9B64-5798797E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76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7183"/>
                </a:solidFill>
              </a:defRPr>
            </a:pPr>
            <a:r>
              <a:rPr sz="1200" b="0">
                <a:solidFill>
                  <a:srgbClr val="5B7183"/>
                </a:solidFill>
              </a:rPr>
              <a:t>2026 | سلمية</a:t>
            </a:r>
          </a:p>
        </p:txBody>
      </p:sp>
    </p:spTree>
    <p:extLst>
      <p:ext uri="{BB962C8B-B14F-4D97-AF65-F5344CB8AC3E}">
        <p14:creationId xmlns:p14="http://schemas.microsoft.com/office/powerpoint/2010/main" val="861384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6EB77-781B-46BA-9C36-377A9F87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B9D"/>
                </a:solidFill>
              </a:defRPr>
            </a:pPr>
            <a:r>
              <a:rPr sz="1125" b="1">
                <a:solidFill>
                  <a:srgbClr val="176B9D"/>
                </a:solidFill>
              </a:rPr>
              <a:t>المشكلة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FFA77-5619-4151-A105-DF51B5F1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23E67"/>
                </a:solidFill>
              </a:defRPr>
            </a:pPr>
            <a:r>
              <a:rPr sz="3000" b="1">
                <a:solidFill>
                  <a:srgbClr val="123E67"/>
                </a:solidFill>
              </a:rPr>
              <a:t>العمل وسوق الطموح بين فجوة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06823-4BF1-4774-A111-D9E1A02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6F6F6-A4B5-4649-8475-F7FFF079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00250"/>
            <a:ext cx="7543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الواضح. المهني والاتجاه العملي التدريب يفتقدون لكنهم بالبرمجة، حقيقيًا اهتمامًا الشباب من كثير يمتلك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115C3-4C50-46F5-B3EC-4FFF391B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98679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229E5-DC13-42BE-847D-739BA70D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67125"/>
            <a:ext cx="902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E67"/>
                </a:solidFill>
              </a:defRPr>
            </a:pPr>
            <a:r>
              <a:rPr sz="2100" b="1">
                <a:solidFill>
                  <a:srgbClr val="123E67"/>
                </a:solidFill>
              </a:rPr>
              <a:t>المدينة. خارج للمهارات وهجرة قليلة، محلية وفرص محدودة، برمجية كفاءات سلمية: في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FA0A5-ECBF-4DB6-BF62-E593E019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48275"/>
            <a:ext cx="754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7183"/>
                </a:solidFill>
              </a:defRPr>
            </a:pPr>
            <a:r>
              <a:rPr sz="1725" b="0">
                <a:solidFill>
                  <a:srgbClr val="5B7183"/>
                </a:solidFill>
              </a:rPr>
              <a:t>فعّال. مهني مسار بلا واعدة طاقات النتيجة: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2EE02-1599-4ECF-8ED6-7FD612DF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2 / 8</a:t>
            </a:r>
          </a:p>
        </p:txBody>
      </p:sp>
    </p:spTree>
    <p:extLst>
      <p:ext uri="{BB962C8B-B14F-4D97-AF65-F5344CB8AC3E}">
        <p14:creationId xmlns:p14="http://schemas.microsoft.com/office/powerpoint/2010/main" val="1202957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C5C49-B3EB-4968-BF7D-5C22E411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B9D"/>
                </a:solidFill>
              </a:defRPr>
            </a:pPr>
            <a:r>
              <a:rPr sz="1125" b="1">
                <a:solidFill>
                  <a:srgbClr val="176B9D"/>
                </a:solidFill>
              </a:rPr>
              <a:t>الحل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41505-BC7B-4EF9-A9C8-F240764A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23E67"/>
                </a:solidFill>
              </a:defRPr>
            </a:pPr>
            <a:r>
              <a:rPr sz="3000" b="1">
                <a:solidFill>
                  <a:srgbClr val="123E67"/>
                </a:solidFill>
              </a:rPr>
              <a:t>التنفيذ إلى التعلّم من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4A491-0376-49FD-8370-7D7E7404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90FDD-0D35-4462-AAEC-EF8B9C0E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81175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واحدة. بيئة ضمن الحقيقي والعمل المتخصص التدريب بين مشروعنا يجمع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1B3DA-412A-41FC-AA9F-46A29826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191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0A8A6-F8AD-4A11-84C6-40185D92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4191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37252-B9C0-4B71-8643-F62EB17D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8132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E67"/>
                </a:solidFill>
              </a:defRPr>
            </a:pPr>
            <a:r>
              <a:rPr sz="2175" b="1">
                <a:solidFill>
                  <a:srgbClr val="123E67"/>
                </a:solidFill>
              </a:rPr>
              <a:t>تدريبي مركز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43C45-68C8-4843-9A41-4474B769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33775"/>
            <a:ext cx="335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7183"/>
                </a:solidFill>
              </a:defRPr>
            </a:pPr>
            <a:r>
              <a:rPr sz="1650" b="0">
                <a:solidFill>
                  <a:srgbClr val="5B7183"/>
                </a:solidFill>
              </a:rPr>
              <a:t>الويب. وتطوير والتصميم البرمجة في عملية مسارات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27641-8A6E-4549-9990-77AEE71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8132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E67"/>
                </a:solidFill>
              </a:defRPr>
            </a:pPr>
            <a:r>
              <a:rPr sz="2175" b="1">
                <a:solidFill>
                  <a:srgbClr val="123E67"/>
                </a:solidFill>
              </a:rPr>
              <a:t>برمجية خدمات مكاتب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E3759-7598-4486-9DE5-8FC2C228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33775"/>
            <a:ext cx="335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7183"/>
                </a:solidFill>
              </a:defRPr>
            </a:pPr>
            <a:r>
              <a:rPr sz="1650" b="0">
                <a:solidFill>
                  <a:srgbClr val="5B7183"/>
                </a:solidFill>
              </a:rPr>
              <a:t>بُعد. وعن محليًا للعملاء مشاريع ينفذ فريق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4D042-6C06-44FE-803C-DAF027D7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38775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6B9D"/>
                </a:solidFill>
              </a:defRPr>
            </a:pPr>
            <a:r>
              <a:rPr sz="2100" b="1">
                <a:solidFill>
                  <a:srgbClr val="176B9D"/>
                </a:solidFill>
              </a:rPr>
              <a:t>عمل فرص + ممارسة + تدريب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17703-FE50-44A8-A3C5-C70825FF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3 / 8</a:t>
            </a:r>
          </a:p>
        </p:txBody>
      </p:sp>
    </p:spTree>
    <p:extLst>
      <p:ext uri="{BB962C8B-B14F-4D97-AF65-F5344CB8AC3E}">
        <p14:creationId xmlns:p14="http://schemas.microsoft.com/office/powerpoint/2010/main" val="1638535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80BB3-4678-482F-BB1D-204E56CA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B9D"/>
                </a:solidFill>
              </a:defRPr>
            </a:pPr>
            <a:r>
              <a:rPr sz="1125" b="1">
                <a:solidFill>
                  <a:srgbClr val="176B9D"/>
                </a:solidFill>
              </a:rPr>
              <a:t>والمزايا المضافة القيمة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412CF-F4C2-444F-9FB0-56F9E9C5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23E67"/>
                </a:solidFill>
              </a:defRPr>
            </a:pPr>
            <a:r>
              <a:rPr sz="3000" b="1">
                <a:solidFill>
                  <a:srgbClr val="123E67"/>
                </a:solidFill>
              </a:rPr>
              <a:t>الدورة انتهاء تتجاوز قيمة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9CFB7-8C4B-4AD4-967A-109E5D16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E0E58-75F2-4F22-BA23-F979688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478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B4157-802D-4FB5-999F-68E0CFC0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E67"/>
                </a:solidFill>
              </a:defRPr>
            </a:pPr>
            <a:r>
              <a:rPr sz="1800" b="1">
                <a:solidFill>
                  <a:srgbClr val="123E67"/>
                </a:solidFill>
              </a:rPr>
              <a:t>التدريب بعد متابعة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82426-1CE8-494B-9617-C79064D4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14575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7183"/>
                </a:solidFill>
              </a:defRPr>
            </a:pPr>
            <a:r>
              <a:rPr sz="1350" b="0">
                <a:solidFill>
                  <a:srgbClr val="5B7183"/>
                </a:solidFill>
              </a:rPr>
              <a:t>التالية. خطواته واتخاذ مهارته تطوير على المتدرب يساعد مستمر إرشاد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07A4D-B1F7-46A4-B0BA-0F52E613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3372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AB04D-790A-4635-85DF-99E5F5D1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E67"/>
                </a:solidFill>
              </a:defRPr>
            </a:pPr>
            <a:r>
              <a:rPr sz="1800" b="1">
                <a:solidFill>
                  <a:srgbClr val="123E67"/>
                </a:solidFill>
              </a:rPr>
              <a:t>حقيقية عملية تجربة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C7832-F470-475B-8C14-649A9510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0425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7183"/>
                </a:solidFill>
              </a:defRPr>
            </a:pPr>
            <a:r>
              <a:rPr sz="1350" b="0">
                <a:solidFill>
                  <a:srgbClr val="5B7183"/>
                </a:solidFill>
              </a:rPr>
              <a:t>الفعلية. العمل متطلبات من المتدرب تُقرب تطبيقية مشاريع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D00D1-FD56-4A42-BA6B-87B7D366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2195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39CE4-481E-4806-96CA-4D307675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E67"/>
                </a:solidFill>
              </a:defRPr>
            </a:pPr>
            <a:r>
              <a:rPr sz="1800" b="1">
                <a:solidFill>
                  <a:srgbClr val="123E67"/>
                </a:solidFill>
              </a:rPr>
              <a:t>وخارجها المدينة داخل فرص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1232C-E4CE-4FBB-9E36-1C214016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86275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7183"/>
                </a:solidFill>
              </a:defRPr>
            </a:pPr>
            <a:r>
              <a:rPr sz="1350" b="0">
                <a:solidFill>
                  <a:srgbClr val="5B7183"/>
                </a:solidFill>
              </a:rPr>
              <a:t>المحلية. للكفاءات المتاح السوق يوسّع بُعد عن العمل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F6ED2-0C5A-464D-8542-18C2EE05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334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23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259F3-D899-4906-8618-2D8486E6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553075"/>
            <a:ext cx="874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فقط. نظرية معرفة لا للعمل، قابلة كفاءة يبني لأنه مشروعنا؟ لماذا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7AB9E-EB49-406E-8B66-7531A08A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4 / 8</a:t>
            </a:r>
          </a:p>
        </p:txBody>
      </p:sp>
    </p:spTree>
    <p:extLst>
      <p:ext uri="{BB962C8B-B14F-4D97-AF65-F5344CB8AC3E}">
        <p14:creationId xmlns:p14="http://schemas.microsoft.com/office/powerpoint/2010/main" val="516523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CA120-60D3-4F9B-911C-14327630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B9D"/>
                </a:solidFill>
              </a:defRPr>
            </a:pPr>
            <a:r>
              <a:rPr sz="1125" b="1">
                <a:solidFill>
                  <a:srgbClr val="176B9D"/>
                </a:solidFill>
              </a:rPr>
              <a:t>المستهدفة الفئة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D1F6D-B219-40BE-AC4F-B44713A1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23E67"/>
                </a:solidFill>
              </a:defRPr>
            </a:pPr>
            <a:r>
              <a:rPr sz="3000" b="1">
                <a:solidFill>
                  <a:srgbClr val="123E67"/>
                </a:solidFill>
              </a:rPr>
              <a:t>للتطوّر الاستعداد يملك بمن نبدأ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59EC5-0347-4153-8140-7D2AE6FE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A5459-9C47-4DD6-9265-0AAA5897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71650"/>
            <a:ext cx="891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B7183"/>
                </a:solidFill>
              </a:defRPr>
            </a:pPr>
            <a:r>
              <a:rPr sz="2025" b="0">
                <a:solidFill>
                  <a:srgbClr val="5B7183"/>
                </a:solidFill>
              </a:rPr>
              <a:t>المهني. والدافع الأكاديمية الخلفية بين تجمع مركّزة فئة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724F8-D954-4622-BB95-5C3EFEF2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05100"/>
            <a:ext cx="3667125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156C9-20D4-4C4B-AA22-3A4DD040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2333625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231EA-F3CF-49FF-8C39-1732796F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2333625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4CE4F-E51D-4866-B25C-930DB03C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0375"/>
            <a:ext cx="2962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E67"/>
                </a:solidFill>
              </a:defRPr>
            </a:pPr>
            <a:r>
              <a:rPr sz="1950" b="1">
                <a:solidFill>
                  <a:srgbClr val="123E67"/>
                </a:solidFill>
              </a:rPr>
              <a:t>الأخيرة السنوات طلاب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C4326-91C3-4F61-B0AC-A744AE7D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48075"/>
            <a:ext cx="3038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7183"/>
                </a:solidFill>
              </a:defRPr>
            </a:pPr>
            <a:r>
              <a:rPr sz="1350" b="0">
                <a:solidFill>
                  <a:srgbClr val="5B7183"/>
                </a:solidFill>
              </a:rPr>
              <a:t>القريبة والتخصصات المعلوماتية الهندسة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D0580-9E41-48B5-99D6-D32A9F2C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0515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E67"/>
                </a:solidFill>
              </a:defRPr>
            </a:pPr>
            <a:r>
              <a:rPr sz="1950" b="1">
                <a:solidFill>
                  <a:srgbClr val="123E67"/>
                </a:solidFill>
              </a:rPr>
              <a:t>الخريجون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0EEEB-ABA3-4F64-8674-A78BC6F8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052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7183"/>
                </a:solidFill>
              </a:defRPr>
            </a:pPr>
            <a:r>
              <a:rPr sz="1275" b="0">
                <a:solidFill>
                  <a:srgbClr val="5B7183"/>
                </a:solidFill>
              </a:rPr>
              <a:t>مهنية بداية عن الباحثون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4772E-A8CF-4833-A376-ACDC6654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051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E67"/>
                </a:solidFill>
              </a:defRPr>
            </a:pPr>
            <a:r>
              <a:rPr sz="1800" b="1">
                <a:solidFill>
                  <a:srgbClr val="123E67"/>
                </a:solidFill>
              </a:rPr>
              <a:t>بالمجال المهتمون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1FB8A-945E-4477-BEF6-768D60F4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52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7183"/>
                </a:solidFill>
              </a:defRPr>
            </a:pPr>
            <a:r>
              <a:rPr sz="1275" b="0">
                <a:solidFill>
                  <a:srgbClr val="5B7183"/>
                </a:solidFill>
              </a:rPr>
              <a:t>بالتعلّم شغف أو أولية خبرة مع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1A34F-D9C5-4B7F-9996-7DF2B409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149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9D"/>
                </a:solidFill>
              </a:defRPr>
            </a:pPr>
            <a:r>
              <a:rPr sz="1875" b="1">
                <a:solidFill>
                  <a:srgbClr val="176B9D"/>
                </a:solidFill>
              </a:rPr>
              <a:t>عمل. فرصة إلى التقني اهتمامه تحويل يريد من الأولوية: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974E9-3D69-411A-A6BD-D93B1275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5 / 8</a:t>
            </a:r>
          </a:p>
        </p:txBody>
      </p:sp>
    </p:spTree>
    <p:extLst>
      <p:ext uri="{BB962C8B-B14F-4D97-AF65-F5344CB8AC3E}">
        <p14:creationId xmlns:p14="http://schemas.microsoft.com/office/powerpoint/2010/main" val="939672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78875-563C-4C65-B77F-E808D4AF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B9D"/>
                </a:solidFill>
              </a:defRPr>
            </a:pPr>
            <a:r>
              <a:rPr sz="1125" b="1">
                <a:solidFill>
                  <a:srgbClr val="176B9D"/>
                </a:solidFill>
              </a:rPr>
              <a:t>الجمهور إلى الوصول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148FF-DB90-4316-9B75-8F794A9F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23E67"/>
                </a:solidFill>
              </a:defRPr>
            </a:pPr>
            <a:r>
              <a:rPr sz="3000" b="1">
                <a:solidFill>
                  <a:srgbClr val="123E67"/>
                </a:solidFill>
              </a:rPr>
              <a:t>ويقررون يتواصلون حيث إليهم نصل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0E5AA-B0D4-4FCC-B41A-DD313B30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1F109-84A6-47A8-B3E8-606EB121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62125"/>
            <a:ext cx="891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B7183"/>
                </a:solidFill>
              </a:defRPr>
            </a:pPr>
            <a:r>
              <a:rPr sz="2025" b="0">
                <a:solidFill>
                  <a:srgbClr val="5B7183"/>
                </a:solidFill>
              </a:rPr>
              <a:t>المنطقة. في موثوقة بشراكات مدعوم محلي رقمي تسويق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6E3C7-1270-4A23-A335-3EDAE686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762250"/>
            <a:ext cx="333375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B5749-C880-4444-9EEA-E3BE5541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485775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76D40-FA36-4EDD-8F3E-1536DC59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242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E67"/>
                </a:solidFill>
              </a:defRPr>
            </a:pPr>
            <a:r>
              <a:rPr sz="1950" b="1">
                <a:solidFill>
                  <a:srgbClr val="123E67"/>
                </a:solidFill>
              </a:rPr>
              <a:t>الاجتماعي التواصل منصات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3A4A0-4FD3-45F1-8D8B-D38C9132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6766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7183"/>
                </a:solidFill>
              </a:defRPr>
            </a:pPr>
            <a:r>
              <a:rPr sz="1425" b="0">
                <a:solidFill>
                  <a:srgbClr val="5B7183"/>
                </a:solidFill>
              </a:rPr>
              <a:t>العملية. والقصص التدريبية بالمسارات يعرّف ومحتوى إعلانات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5FA61-A28A-4530-8110-1D80F8E2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124200"/>
            <a:ext cx="3448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E67"/>
                </a:solidFill>
              </a:defRPr>
            </a:pPr>
            <a:r>
              <a:rPr sz="1950" b="1">
                <a:solidFill>
                  <a:srgbClr val="123E67"/>
                </a:solidFill>
              </a:rPr>
              <a:t>محلية وشراكات تشبيك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F39E3-F784-4C5D-ADC6-D9929AA6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676650"/>
            <a:ext cx="3943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7183"/>
                </a:solidFill>
              </a:defRPr>
            </a:pPr>
            <a:r>
              <a:rPr sz="1425" b="0">
                <a:solidFill>
                  <a:srgbClr val="5B7183"/>
                </a:solidFill>
              </a:rPr>
              <a:t>وتبنّيها. الفكرة لنشر شبابية ومجتمعات وجامعات داعمة مؤسسات مع التعاون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741BB-13A6-4011-940D-1278D093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B9D"/>
                </a:solidFill>
              </a:defRPr>
            </a:pPr>
            <a:r>
              <a:rPr sz="1800" b="1">
                <a:solidFill>
                  <a:srgbClr val="176B9D"/>
                </a:solidFill>
              </a:rPr>
              <a:t>وعمل تدريب رحلة → تسجيل → اهتمام → واضحة رسالة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029B8-FE26-4311-A0B6-EECAE1EB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6 / 8</a:t>
            </a:r>
          </a:p>
        </p:txBody>
      </p:sp>
    </p:spTree>
    <p:extLst>
      <p:ext uri="{BB962C8B-B14F-4D97-AF65-F5344CB8AC3E}">
        <p14:creationId xmlns:p14="http://schemas.microsoft.com/office/powerpoint/2010/main" val="11092689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D9C44-667A-4CF4-8A3B-EA025CE5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B9D"/>
                </a:solidFill>
              </a:defRPr>
            </a:pPr>
            <a:r>
              <a:rPr sz="1125" b="1">
                <a:solidFill>
                  <a:srgbClr val="176B9D"/>
                </a:solidFill>
              </a:rPr>
              <a:t>SWOT تحليل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7ECB2-AEDD-444B-B029-F652554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23E67"/>
                </a:solidFill>
              </a:defRPr>
            </a:pPr>
            <a:r>
              <a:rPr sz="3000" b="1">
                <a:solidFill>
                  <a:srgbClr val="123E67"/>
                </a:solidFill>
              </a:rPr>
              <a:t>البناء على تساعدنا واقعية صورة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C6E72-B0F9-4E63-BACF-8A0EB3F4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C986E-0EC4-46A4-A06F-BBEBA342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376237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2BA58-CA5B-4EB0-907B-A114C2D8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52675"/>
            <a:ext cx="3152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E67"/>
                </a:solidFill>
              </a:defRPr>
            </a:pPr>
            <a:r>
              <a:rPr sz="1875" b="1">
                <a:solidFill>
                  <a:srgbClr val="123E67"/>
                </a:solidFill>
              </a:rPr>
              <a:t>القوة نقاط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102C4-158F-4C16-9FAE-8A769E61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47975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7183"/>
                </a:solidFill>
              </a:defRPr>
            </a:pPr>
            <a:r>
              <a:rPr sz="1350" b="0">
                <a:solidFill>
                  <a:srgbClr val="5B7183"/>
                </a:solidFill>
              </a:rPr>
              <a:t>المشروع. لتنفيذ اللازمة الخبرة يمتلك فريق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D119E-254B-4855-9820-A193C3D9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376237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A401E-E467-4FE3-A6CE-02A58C5D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52675"/>
            <a:ext cx="3152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E67"/>
                </a:solidFill>
              </a:defRPr>
            </a:pPr>
            <a:r>
              <a:rPr sz="1875" b="1">
                <a:solidFill>
                  <a:srgbClr val="123E67"/>
                </a:solidFill>
              </a:rPr>
              <a:t>الضعف نقاط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B0A9F-521B-466E-B544-3DC2C7D9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47975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7183"/>
                </a:solidFill>
              </a:defRPr>
            </a:pPr>
            <a:r>
              <a:rPr sz="1350" b="0">
                <a:solidFill>
                  <a:srgbClr val="5B7183"/>
                </a:solidFill>
              </a:rPr>
              <a:t>الإطلاق. مرحلة في محدودة وموارد مال رأس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5C801-DE02-4AC2-BC09-53E9118F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62425"/>
            <a:ext cx="376237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40EA9-1B47-4F47-8C1A-147A1BA5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419600"/>
            <a:ext cx="3152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E67"/>
                </a:solidFill>
              </a:defRPr>
            </a:pPr>
            <a:r>
              <a:rPr sz="1875" b="1">
                <a:solidFill>
                  <a:srgbClr val="123E67"/>
                </a:solidFill>
              </a:rPr>
              <a:t>الفرص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A6474-167E-48FE-B26A-3DB8E0B9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7183"/>
                </a:solidFill>
              </a:defRPr>
            </a:pPr>
            <a:r>
              <a:rPr sz="1350" b="0">
                <a:solidFill>
                  <a:srgbClr val="5B7183"/>
                </a:solidFill>
              </a:rPr>
              <a:t>المنطقة. ضمن مماثلة خدمة غياب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148BB-0662-4E54-AB45-C144858B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376237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B4F55-6489-4116-B0A8-A359AD56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19600"/>
            <a:ext cx="3152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E67"/>
                </a:solidFill>
              </a:defRPr>
            </a:pPr>
            <a:r>
              <a:rPr sz="1875" b="1">
                <a:solidFill>
                  <a:srgbClr val="123E67"/>
                </a:solidFill>
              </a:rPr>
              <a:t>التهديدات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14284-718D-4F28-B690-C50F117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14900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7183"/>
                </a:solidFill>
              </a:defRPr>
            </a:pPr>
            <a:r>
              <a:rPr sz="1350" b="0">
                <a:solidFill>
                  <a:srgbClr val="5B7183"/>
                </a:solidFill>
              </a:rPr>
              <a:t>المجانية. الإلكتروني التعليم منصات انتشار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D76E7-BDD5-4C7E-9820-D69B7B4F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7 / 8</a:t>
            </a:r>
          </a:p>
        </p:txBody>
      </p:sp>
    </p:spTree>
    <p:extLst>
      <p:ext uri="{BB962C8B-B14F-4D97-AF65-F5344CB8AC3E}">
        <p14:creationId xmlns:p14="http://schemas.microsoft.com/office/powerpoint/2010/main" val="1856616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28D10-1E98-4410-BB1F-689CB3A0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6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45564f52a421d"/>
          <a:stretch xmlns:a="http://schemas.openxmlformats.org/drawingml/2006/main"/>
        </p:blipFill>
        <p:spPr>
          <a:xfrm xmlns:a="http://schemas.openxmlformats.org/drawingml/2006/main">
            <a:off x="4905375" y="1066271"/>
            <a:ext cx="2381250" cy="129645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4B39E-D855-4EE9-BE2F-EE06C09B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146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والنمو. العمل على قادرًا تقنيًا جيلًا معًا نصنع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F78AC-F57F-40F9-A69D-CCB3B8C3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814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8EAF4"/>
                </a:solidFill>
              </a:defRPr>
            </a:pPr>
            <a:r>
              <a:rPr sz="1875" b="0">
                <a:solidFill>
                  <a:srgbClr val="D8EAF4"/>
                </a:solidFill>
              </a:rPr>
              <a:t>المجتمع. في أثره وتوسيع المشروع بناء في شركاء لتكونوا ندعوكم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972F4-CD45-46CD-8814-734748C0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62525"/>
            <a:ext cx="43434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FE2A2-5B86-4CEF-8DEA-A9976BB1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67300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E67"/>
                </a:solidFill>
              </a:defRPr>
            </a:pPr>
            <a:r>
              <a:rPr sz="1950" b="1">
                <a:solidFill>
                  <a:srgbClr val="123E67"/>
                </a:solidFill>
              </a:rPr>
              <a:t>فرصة. إلى الطموح لنحوّل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8BD24-AAC5-42FD-81CD-5610FFEB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0552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DC7DD"/>
                </a:solidFill>
              </a:defRPr>
            </a:pPr>
            <a:r>
              <a:rPr sz="1125" b="0">
                <a:solidFill>
                  <a:srgbClr val="9DC7DD"/>
                </a:solidFill>
              </a:rPr>
              <a:t>الفرصة. ونصنع المهارة، نبرمج</a:t>
            </a:r>
          </a:p>
        </p:txBody>
      </p:sp>
    </p:spTree>
    <p:extLst>
      <p:ext uri="{BB962C8B-B14F-4D97-AF65-F5344CB8AC3E}">
        <p14:creationId xmlns:p14="http://schemas.microsoft.com/office/powerpoint/2010/main" val="242252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2026-08-08T09:22:17.6190000Z</dcterms:created>
  <dcterms:modified xsi:type="dcterms:W3CDTF">2026-08-08T09:22:17.6190000Z</dcterms:modified>
</coreProperties>
</file>